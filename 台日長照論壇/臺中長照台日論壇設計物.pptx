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 varScale="1">
        <p:scale>
          <a:sx n="114" d="100"/>
          <a:sy n="114" d="100"/>
        </p:scale>
        <p:origin x="9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18CF2-5658-EA5D-0E8B-C90BC6D6D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E4141C-A387-A150-A4E6-0DF9380E8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1FEFDD-067F-CAED-8042-244FCCF9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113184-C1DA-8775-CEA7-2FF0A36E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342B76-D9B0-A13D-450D-79E6012A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447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EC644F-2A51-6579-8CF5-8AA9B65E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C5173C-F664-1F6E-BA07-8D65953C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3139DA-CCC7-094D-6394-7361BBC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537E92-3895-2420-703E-C1046889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D852D9-49AC-2557-935C-518D30B6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533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56ED6-FA2F-E4B6-985C-E5AEE81D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BDA435-D1E5-4588-A4DB-44DA333E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F09142-F4C2-339B-B4B5-0C13F30F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9226FF-DE73-6FA4-01E9-A5B452D5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0246C5-DBC3-B77E-502E-01424212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95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98436-9826-463F-D692-E81F05D0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3DC2A8-81AF-FA07-BCE1-540B83BB0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861293-3BB8-92FE-97F4-22F246DF8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9E20A7-C152-23A9-1F64-06A1D5CB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876FAC-1E47-B827-410B-09A44C60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389490-4579-E2CE-1E03-1A7D85F5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888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3F94F1-C77C-F6C6-A00D-BD8DEFA9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7A7331-8B08-10A3-9C7A-F168B3EE1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58B229D-40EA-6303-570B-EA4CC643B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EF85E1-F199-1B2D-5452-78577B195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24DE9F-71FB-30A8-D57B-93F7AA3A7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BAE4077-16EF-3116-68B3-16079D6C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41C20D-C690-4081-E20B-F2BF168D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D7C2F4F-BC23-CF86-E563-AD79FA01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594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60665-57A0-C448-7B10-8032E8D4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AB2F151-0C87-1270-4D1C-60068CE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524E95-8CE9-4C90-B3E6-1B6A0983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9C7FE3-3084-1ED3-0CBC-71CC02C6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097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978329E-2F69-F1F4-2AD6-8DB4FACB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1900ACC-B76B-AE75-0B6D-52D1EAA6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9D770F-D12F-D7D4-AC83-BEE910D5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66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E710B-A8F1-EF53-09D8-B2C55143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528596-3A86-325B-9A2F-6233A11CA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CD5C7B-D323-D931-A0C9-610F15479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FB586E-3B14-B858-45F4-ED84B779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65CF00-A945-5029-DCC1-2D7BA877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2E8337-4397-BE98-5B60-EFAD0A40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020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9DE972-10E5-35E5-2ABF-57BC7C86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94BDFA5-4BE8-4F29-09BF-8392682EB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187D4F4-CD5B-D606-A734-2DF92E8D6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3F89833-2C81-0A59-7B9D-C953DB37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0764D6-F621-3DF7-EA07-231BF919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7F0E4B-D008-1BEF-1BA9-41F25530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493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E24C1-5FFA-6CE7-341D-9BF26468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3BC11E-D1A3-BDF7-4161-E1B76F62C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DED4EE-B700-B8BF-7D17-70960CC3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865E67-5827-6931-D24F-99E41D9D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F9C57F-E635-D2DB-130B-CD6AB7F2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396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8D3DC1-00A7-011E-F9FE-BD4FDC9E7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E334C1-4864-1DE8-BDDC-86B757A39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D6F5C0-6F6E-B0F6-8C00-3FB8C0803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9A74FB-3460-CE55-832D-6A9A9681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6B5550-475E-B8A7-77BA-56D7F4C9B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428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89098EE-B916-153D-7D4C-8E864E49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03FEF4-34DF-B699-6FA6-AC31F3866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6A95A5-A370-EB18-05EB-F3555AF0A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F1DB9-1FD7-924D-A4E3-31BD581F6550}" type="datetimeFigureOut">
              <a:rPr kumimoji="1" lang="zh-TW" altLang="en-US" smtClean="0"/>
              <a:t>2026/6/1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4A36B7-820B-C934-F008-B4385100D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2D356C-27FF-B7DF-7008-0AFD5FE57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D8CCC-58E5-F540-8191-FCC779A79E3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28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A900160-A18B-1135-4A74-9E434CAD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71" y="0"/>
            <a:ext cx="9725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1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E75F4C1-3F43-032E-0E7D-06BBEBC8C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161" y="0"/>
            <a:ext cx="2437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049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538964-94A5-FED4-A589-D6DC06745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29" y="0"/>
            <a:ext cx="9387316" cy="683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0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A0E54AD-9AD8-C48D-BFC1-AE7BCC78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9" y="683357"/>
            <a:ext cx="12107473" cy="549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7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C1866B9-3F8A-2525-99D2-03008944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62" y="0"/>
            <a:ext cx="8982888" cy="360509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31EB228-2CD0-4A71-3716-D95E8F2B1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050" y="3605095"/>
            <a:ext cx="6585732" cy="318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0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寬螢幕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公傳3 中慈</dc:creator>
  <cp:lastModifiedBy>公傳3 中慈</cp:lastModifiedBy>
  <cp:revision>1</cp:revision>
  <dcterms:created xsi:type="dcterms:W3CDTF">2026-06-01T02:13:17Z</dcterms:created>
  <dcterms:modified xsi:type="dcterms:W3CDTF">2026-06-01T02:25:22Z</dcterms:modified>
</cp:coreProperties>
</file>