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4"/>
  </p:normalViewPr>
  <p:slideViewPr>
    <p:cSldViewPr snapToGrid="0">
      <p:cViewPr varScale="1">
        <p:scale>
          <a:sx n="119" d="100"/>
          <a:sy n="119" d="100"/>
        </p:scale>
        <p:origin x="7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C18CF2-5658-EA5D-0E8B-C90BC6D6DC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FE4141C-A387-A150-A4E6-0DF9380E8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01FEFDD-067F-CAED-8042-244FCCF9B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F1DB9-1FD7-924D-A4E3-31BD581F6550}" type="datetimeFigureOut">
              <a:rPr kumimoji="1" lang="zh-TW" altLang="en-US" smtClean="0"/>
              <a:t>2026/6/2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2113184-C1DA-8775-CEA7-2FF0A36E1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342B76-D9B0-A13D-450D-79E6012A9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D8CCC-58E5-F540-8191-FCC779A79E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444761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EC644F-2A51-6579-8CF5-8AA9B65EB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C5173C-F664-1F6E-BA07-8D65953CE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3139DA-CCC7-094D-6394-7361BBC9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F1DB9-1FD7-924D-A4E3-31BD581F6550}" type="datetimeFigureOut">
              <a:rPr kumimoji="1" lang="zh-TW" altLang="en-US" smtClean="0"/>
              <a:t>2026/6/2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B537E92-3895-2420-703E-C1046889C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CD852D9-49AC-2557-935C-518D30B67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D8CCC-58E5-F540-8191-FCC779A79E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65333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256ED6-FA2F-E4B6-985C-E5AEE81DE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3BDA435-D1E5-4588-A4DB-44DA333EE1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F09142-F4C2-339B-B4B5-0C13F30FF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F1DB9-1FD7-924D-A4E3-31BD581F6550}" type="datetimeFigureOut">
              <a:rPr kumimoji="1" lang="zh-TW" altLang="en-US" smtClean="0"/>
              <a:t>2026/6/2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89226FF-DE73-6FA4-01E9-A5B452D5A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80246C5-DBC3-B77E-502E-01424212A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D8CCC-58E5-F540-8191-FCC779A79E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49509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098436-9826-463F-D692-E81F05D07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3DC2A8-81AF-FA07-BCE1-540B83BB01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3861293-3BB8-92FE-97F4-22F246DF85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49E20A7-C152-23A9-1F64-06A1D5CBD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F1DB9-1FD7-924D-A4E3-31BD581F6550}" type="datetimeFigureOut">
              <a:rPr kumimoji="1" lang="zh-TW" altLang="en-US" smtClean="0"/>
              <a:t>2026/6/2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6876FAC-1E47-B827-410B-09A44C601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7389490-4579-E2CE-1E03-1A7D85F58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D8CCC-58E5-F540-8191-FCC779A79E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18883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3F94F1-C77C-F6C6-A00D-BD8DEFA93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57A7331-8B08-10A3-9C7A-F168B3EE1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458B229D-40EA-6303-570B-EA4CC643BF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CEF85E1-F199-1B2D-5452-78577B195E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024DE9F-71FB-30A8-D57B-93F7AA3A7C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5BAE4077-16EF-3116-68B3-16079D6C4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F1DB9-1FD7-924D-A4E3-31BD581F6550}" type="datetimeFigureOut">
              <a:rPr kumimoji="1" lang="zh-TW" altLang="en-US" smtClean="0"/>
              <a:t>2026/6/2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841C20D-C690-4081-E20B-F2BF168D0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D7C2F4F-BC23-CF86-E563-AD79FA0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D8CCC-58E5-F540-8191-FCC779A79E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55944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C60665-57A0-C448-7B10-8032E8D48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AB2F151-0C87-1270-4D1C-60068CE2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F1DB9-1FD7-924D-A4E3-31BD581F6550}" type="datetimeFigureOut">
              <a:rPr kumimoji="1" lang="zh-TW" altLang="en-US" smtClean="0"/>
              <a:t>2026/6/2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81524E95-8CE9-4C90-B3E6-1B6A09834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E9C7FE3-3084-1ED3-0CBC-71CC02C60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D8CCC-58E5-F540-8191-FCC779A79E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709767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978329E-2F69-F1F4-2AD6-8DB4FACB7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F1DB9-1FD7-924D-A4E3-31BD581F6550}" type="datetimeFigureOut">
              <a:rPr kumimoji="1" lang="zh-TW" altLang="en-US" smtClean="0"/>
              <a:t>2026/6/2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F1900ACC-B76B-AE75-0B6D-52D1EAA6E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9D770F-D12F-D7D4-AC83-BEE910D5D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D8CCC-58E5-F540-8191-FCC779A79E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56641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9E710B-A8F1-EF53-09D8-B2C551433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A528596-3A86-325B-9A2F-6233A11CA5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DCD5C7B-D323-D931-A0C9-610F154795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1FB586E-3B14-B858-45F4-ED84B779F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F1DB9-1FD7-924D-A4E3-31BD581F6550}" type="datetimeFigureOut">
              <a:rPr kumimoji="1" lang="zh-TW" altLang="en-US" smtClean="0"/>
              <a:t>2026/6/2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E65CF00-A945-5029-DCC1-2D7BA8773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D2E8337-4397-BE98-5B60-EFAD0A403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D8CCC-58E5-F540-8191-FCC779A79E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10209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9DE972-10E5-35E5-2ABF-57BC7C86E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94BDFA5-4BE8-4F29-09BF-8392682EBD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187D4F4-CD5B-D606-A734-2DF92E8D6B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3F89833-2C81-0A59-7B9D-C953DB375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F1DB9-1FD7-924D-A4E3-31BD581F6550}" type="datetimeFigureOut">
              <a:rPr kumimoji="1" lang="zh-TW" altLang="en-US" smtClean="0"/>
              <a:t>2026/6/2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00764D6-F621-3DF7-EA07-231BF919C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97F0E4B-D008-1BEF-1BA9-41F255303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D8CCC-58E5-F540-8191-FCC779A79E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44932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2E24C1-5FFA-6CE7-341D-9BF264688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73BC11E-D1A3-BDF7-4161-E1B76F62C6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FDED4EE-B700-B8BF-7D17-70960CC3E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F1DB9-1FD7-924D-A4E3-31BD581F6550}" type="datetimeFigureOut">
              <a:rPr kumimoji="1" lang="zh-TW" altLang="en-US" smtClean="0"/>
              <a:t>2026/6/2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5865E67-5827-6931-D24F-99E41D9D9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7F9C57F-E635-D2DB-130B-CD6AB7F22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D8CCC-58E5-F540-8191-FCC779A79E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83962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78D3DC1-00A7-011E-F9FE-BD4FDC9E7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FE334C1-4864-1DE8-BDDC-86B757A398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6D6F5C0-6F6E-B0F6-8C00-3FB8C0803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F1DB9-1FD7-924D-A4E3-31BD581F6550}" type="datetimeFigureOut">
              <a:rPr kumimoji="1" lang="zh-TW" altLang="en-US" smtClean="0"/>
              <a:t>2026/6/2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39A74FB-3460-CE55-832D-6A9A9681A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D6B5550-475E-B8A7-77BA-56D7F4C9B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D8CCC-58E5-F540-8191-FCC779A79E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342844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189098EE-B916-153D-7D4C-8E864E49D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303FEF4-34DF-B699-6FA6-AC31F38666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6A95A5-A370-EB18-05EB-F3555AF0A9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8F1DB9-1FD7-924D-A4E3-31BD581F6550}" type="datetimeFigureOut">
              <a:rPr kumimoji="1" lang="zh-TW" altLang="en-US" smtClean="0"/>
              <a:t>2026/6/2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54A36B7-820B-C934-F008-B4385100D6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32D356C-27FF-B7DF-7008-0AFD5FE576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CD8CCC-58E5-F540-8191-FCC779A79E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2288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A900160-A18B-1135-4A74-9E434CADCF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271" y="0"/>
            <a:ext cx="9725457" cy="6858000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939A8869-D3A7-7579-1739-5D741913A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029" y="236667"/>
            <a:ext cx="4640404" cy="656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515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3E75F4C1-3F43-032E-0E7D-06BBEBC8C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7161" y="0"/>
            <a:ext cx="2437678" cy="685800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5A38B5F-D331-FDF6-84E6-81DA28AFD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9783" y="0"/>
            <a:ext cx="24324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049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3FA39113-3BAF-C5A8-BF9A-EA7A1BCD9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755" y="0"/>
            <a:ext cx="94179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307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4A0E54AD-9AD8-C48D-BFC1-AE7BCC780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39" y="683357"/>
            <a:ext cx="12107473" cy="5491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76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14B19632-DF4B-2BAE-EC7C-2A495A798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944" y="0"/>
            <a:ext cx="8662433" cy="379744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468ECFB6-1178-E69E-59CD-F9DDA1B63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413" y="3613057"/>
            <a:ext cx="6642847" cy="3244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1035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0</Words>
  <Application>Microsoft Macintosh PowerPoint</Application>
  <PresentationFormat>寬螢幕</PresentationFormat>
  <Paragraphs>0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公傳3 中慈</dc:creator>
  <cp:lastModifiedBy>公傳3 中慈</cp:lastModifiedBy>
  <cp:revision>3</cp:revision>
  <dcterms:created xsi:type="dcterms:W3CDTF">2026-06-01T02:13:17Z</dcterms:created>
  <dcterms:modified xsi:type="dcterms:W3CDTF">2026-06-02T02:22:10Z</dcterms:modified>
</cp:coreProperties>
</file>