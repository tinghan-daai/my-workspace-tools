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457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457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685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685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685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INTERNAL BRIEFING ·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FA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From ChatGPT to Agent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457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為同事準備的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10 分鐘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入門簡報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Tinghan Lai · 2026.05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趨勢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為什麼現在你必須懂 AI 代理人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FA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被產業稱為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元年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OpenAI、Anthropic、Google、Manus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陸續推出可自主行動的代理人產品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1901952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81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問世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對話式 AI 走入大眾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2542032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21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GPT-4 / Claude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441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工具呼叫、長文本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3182112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862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Function Calling 成熟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081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開始能用工具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6616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3822192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502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3502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產品爆發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Code、Manus、Devin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2062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142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4142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你我的日常工具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361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 ⟵ 你在這裡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AI 代理人？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給它一個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，它會自己</a:t>
            </a:r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拆解、規劃、執行、修正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776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3977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普通 LLM (對話模型)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你問一句、它答一句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只能用文字回應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無法跨步驟、不會自我修正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離開對話就忘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397764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011680"/>
            <a:ext cx="3977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057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代理人 (Agent)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6517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理解目標 → 自己規劃任務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會用工具：上網、讀檔、寫程式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迴圈執行 → 失敗會重試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可以記得脈絡、跨會話延續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解剖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代理人的四大組件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大腦 (LLM)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2402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Claude、GPT、Gemini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負責理解、推理、產生決策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87452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031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80760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 (Tools)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80760" y="22402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讀檔、寫檔、執行指令、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上網搜尋、呼叫 API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46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5661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94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 (Memory)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短期：當前對話脈絡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長期：跨會話的事實 / 偏好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246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356616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7947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8076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 (Planning)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8076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把大目標拆成小步驟，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依序執行、邊做邊修正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機制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它怎麼運作？— ReAct 迴圈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代理人不是一次答完，而是「觀察 → 思考 → 行動 → 反思」反覆跑，直到目標達成。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178308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331720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5374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2644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3813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讀現況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收集資訊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rot="5400000">
            <a:off x="2331720" y="2971800"/>
            <a:ext cx="274320" cy="365760"/>
          </a:xfrm>
          <a:prstGeom prst="r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20574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0" y="2057400"/>
            <a:ext cx="178308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2331720"/>
            <a:ext cx="868680" cy="8686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25374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43200" y="32644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74320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2743200" y="3813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拆解任務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選擇工具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 rot="5400000">
            <a:off x="4526280" y="2971800"/>
            <a:ext cx="274320" cy="365760"/>
          </a:xfrm>
          <a:prstGeom prst="r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937760" y="20574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937760" y="2057400"/>
            <a:ext cx="17830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94960" y="233172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253746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37760" y="32644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93776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4937760" y="3813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呼叫工具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執行步驟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 rot="5400000">
            <a:off x="6720840" y="2971800"/>
            <a:ext cx="274320" cy="365760"/>
          </a:xfrm>
          <a:prstGeom prst="rt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32320" y="20574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132320" y="2057400"/>
            <a:ext cx="178308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589520" y="2331720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253746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132320" y="32644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13232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反思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7132320" y="3813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結果對嗎？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要不要改路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40080" y="4462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⮕ 這就是為什麼它能「自己解問題」：每一步的結果，會回頭餵給下一步的思考。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· 盤點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你已經在用 (或快用上) 的 AI 代理人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21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719072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202996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終端機裡的工程師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42316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讀檔、改程式、跑測試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61360" y="1554480"/>
            <a:ext cx="2621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1360" y="155448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9960" y="1783080"/>
            <a:ext cx="502920" cy="50292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968" y="184708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30040" y="1719072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Cursor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130040" y="202996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強化的 IDE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89960" y="242316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對話式寫程式、重構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65520" y="1554480"/>
            <a:ext cx="2621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65520" y="155448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94120" y="1783080"/>
            <a:ext cx="502920" cy="50292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84708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34200" y="1719072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Agent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934200" y="202996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桌面任務自動化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94120" y="242316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上網查、訂機票、下單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3108960"/>
            <a:ext cx="2621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01568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25880" y="3273552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Manus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325880" y="358444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通用自主代理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85800" y="397764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丟一個目標，它會交件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61360" y="3108960"/>
            <a:ext cx="2621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61360" y="310896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489960" y="3337560"/>
            <a:ext cx="502920" cy="50292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968" y="3401568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130040" y="3273552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Devin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130040" y="358444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軟體工程師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489960" y="397764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從需求到部署一條龍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065520" y="3108960"/>
            <a:ext cx="2621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65520" y="310896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294120" y="3337560"/>
            <a:ext cx="502920" cy="50292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128" y="3401568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34200" y="3273552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n8n / Make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6934200" y="358444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流程自動化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6294120" y="397764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把代理人接成工作流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應用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我們的工作可以怎麼用？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602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459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備課與教材製作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965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抓重點、生講義、做題庫；把 PDF 讀完幫你整理重點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831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468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批改與回饋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25880" y="27889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依評分標準產生評語草稿；一致性高、初稿很省時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061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291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行政與表單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25880" y="3611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整理公文、彙整成績、產出會議紀要、跑重複性流程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2291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114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學生個別化指導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325880" y="4434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依學生程度生成練習題；做隨身助教、不會被問煩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· 警示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別急著上路：限制與風險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708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幻覺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言之鑿鑿但是錯的；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關鍵內容務必人工核對。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5544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4708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隱私／資料外流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學生姓名、身份證、成績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不要直接丟到外部模型。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46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24612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387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成本與時間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31520" y="4114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代理人會跑很多步，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費用 / 時間都比聊天高。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246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24612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38728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過度依賴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983480" y="4114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讓它做事、別讓它替你思考；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判斷力不能外包。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· 行動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三步驟，從零到代理人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31720" y="187452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Prompt 寫好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練習清楚表達需求：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身份、目標、限制、輸出格式。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160520"/>
            <a:ext cx="2194560" cy="3657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· Claude · Gemini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29000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0332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303520" y="187452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59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AI 助理上手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70332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讓它陪你想、整理、寫初稿。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人是駕駛、AI 是副駕。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703320" y="4160520"/>
            <a:ext cx="2194560" cy="3657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0332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· NotebookLM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0" y="1600200"/>
            <a:ext cx="2743200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67512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Shape 19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6596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751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試試 AI 代理人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67512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丟一個小目標讓它自己跑：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整理檔案、做表、生草稿。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675120" y="4160520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67512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 · Manus · Cursor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一次搞懂 AI 代理人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73152" cy="73152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45720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5720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57200"/>
            <a:ext cx="73152" cy="73152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82296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82296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822960"/>
            <a:ext cx="73152" cy="73152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82296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18872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188720"/>
            <a:ext cx="73152" cy="73152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18872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188720"/>
            <a:ext cx="73152" cy="73152"/>
          </a:xfrm>
          <a:prstGeom prst="ellipse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與其取代你，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0080" y="2057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不如增強你。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548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代理人不是來搶飯碗，是來幫你把雜事打包。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把重複交給它，把判斷與溫度留給人。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歡迎一起試試。問題、想試的場景，隨時找我聊。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Tinghan · 2026.05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一次搞懂 AI 代理人</dc:title>
  <dc:subject>PptxGenJS Presentation</dc:subject>
  <dc:creator>Tinghan Lai</dc:creator>
  <cp:lastModifiedBy>Tinghan Lai</cp:lastModifiedBy>
  <cp:revision>1</cp:revision>
  <dcterms:created xsi:type="dcterms:W3CDTF">2026-05-09T03:15:56Z</dcterms:created>
  <dcterms:modified xsi:type="dcterms:W3CDTF">2026-05-09T03:15:56Z</dcterms:modified>
</cp:coreProperties>
</file>